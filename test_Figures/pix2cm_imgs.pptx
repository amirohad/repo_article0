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7200900" cy="3419475"/>
  <p:notesSz cx="6858000" cy="9144000"/>
  <p:defaultTextStyle>
    <a:defPPr>
      <a:defRPr lang="en-US"/>
    </a:defPPr>
    <a:lvl1pPr marL="0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1pPr>
    <a:lvl2pPr marL="289390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2pPr>
    <a:lvl3pPr marL="578780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3pPr>
    <a:lvl4pPr marL="868170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4pPr>
    <a:lvl5pPr marL="1157560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5pPr>
    <a:lvl6pPr marL="1446951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6pPr>
    <a:lvl7pPr marL="1736341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7pPr>
    <a:lvl8pPr marL="2025731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8pPr>
    <a:lvl9pPr marL="2315122" algn="l" defTabSz="578780" rtl="0" eaLnBrk="1" latinLnBrk="0" hangingPunct="1">
      <a:defRPr sz="113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7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00" y="760"/>
      </p:cViewPr>
      <p:guideLst>
        <p:guide orient="horz" pos="1077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559623"/>
            <a:ext cx="5400675" cy="1190484"/>
          </a:xfrm>
        </p:spPr>
        <p:txBody>
          <a:bodyPr anchor="b"/>
          <a:lstStyle>
            <a:lvl1pPr algn="ctr">
              <a:defRPr sz="299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1796016"/>
            <a:ext cx="5400675" cy="825581"/>
          </a:xfrm>
        </p:spPr>
        <p:txBody>
          <a:bodyPr/>
          <a:lstStyle>
            <a:lvl1pPr marL="0" indent="0" algn="ctr">
              <a:buNone/>
              <a:defRPr sz="1197"/>
            </a:lvl1pPr>
            <a:lvl2pPr marL="227960" indent="0" algn="ctr">
              <a:buNone/>
              <a:defRPr sz="997"/>
            </a:lvl2pPr>
            <a:lvl3pPr marL="455920" indent="0" algn="ctr">
              <a:buNone/>
              <a:defRPr sz="897"/>
            </a:lvl3pPr>
            <a:lvl4pPr marL="683880" indent="0" algn="ctr">
              <a:buNone/>
              <a:defRPr sz="798"/>
            </a:lvl4pPr>
            <a:lvl5pPr marL="911840" indent="0" algn="ctr">
              <a:buNone/>
              <a:defRPr sz="798"/>
            </a:lvl5pPr>
            <a:lvl6pPr marL="1139800" indent="0" algn="ctr">
              <a:buNone/>
              <a:defRPr sz="798"/>
            </a:lvl6pPr>
            <a:lvl7pPr marL="1367760" indent="0" algn="ctr">
              <a:buNone/>
              <a:defRPr sz="798"/>
            </a:lvl7pPr>
            <a:lvl8pPr marL="1595719" indent="0" algn="ctr">
              <a:buNone/>
              <a:defRPr sz="798"/>
            </a:lvl8pPr>
            <a:lvl9pPr marL="1823679" indent="0" algn="ctr">
              <a:buNone/>
              <a:defRPr sz="79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25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312" y="852495"/>
            <a:ext cx="6210776" cy="1422406"/>
          </a:xfrm>
        </p:spPr>
        <p:txBody>
          <a:bodyPr anchor="b"/>
          <a:lstStyle>
            <a:lvl1pPr>
              <a:defRPr sz="2992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312" y="2288357"/>
            <a:ext cx="6210776" cy="748010"/>
          </a:xfrm>
        </p:spPr>
        <p:txBody>
          <a:bodyPr/>
          <a:lstStyle>
            <a:lvl1pPr marL="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1pPr>
            <a:lvl2pPr marL="227960" indent="0">
              <a:buNone/>
              <a:defRPr sz="997">
                <a:solidFill>
                  <a:schemeClr val="tx1">
                    <a:tint val="75000"/>
                  </a:schemeClr>
                </a:solidFill>
              </a:defRPr>
            </a:lvl2pPr>
            <a:lvl3pPr marL="455920" indent="0">
              <a:buNone/>
              <a:defRPr sz="897">
                <a:solidFill>
                  <a:schemeClr val="tx1">
                    <a:tint val="75000"/>
                  </a:schemeClr>
                </a:solidFill>
              </a:defRPr>
            </a:lvl3pPr>
            <a:lvl4pPr marL="68388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4pPr>
            <a:lvl5pPr marL="91184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5pPr>
            <a:lvl6pPr marL="113980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6pPr>
            <a:lvl7pPr marL="1367760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7pPr>
            <a:lvl8pPr marL="1595719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8pPr>
            <a:lvl9pPr marL="1823679" indent="0">
              <a:buNone/>
              <a:defRPr sz="7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3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062" y="910277"/>
            <a:ext cx="3060383" cy="21696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5455" y="910277"/>
            <a:ext cx="3060383" cy="21696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64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00" y="182056"/>
            <a:ext cx="6210776" cy="6609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00" y="838246"/>
            <a:ext cx="3046318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000" y="1249058"/>
            <a:ext cx="3046318" cy="183717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5456" y="838246"/>
            <a:ext cx="3061320" cy="410812"/>
          </a:xfrm>
        </p:spPr>
        <p:txBody>
          <a:bodyPr anchor="b"/>
          <a:lstStyle>
            <a:lvl1pPr marL="0" indent="0">
              <a:buNone/>
              <a:defRPr sz="1197" b="1"/>
            </a:lvl1pPr>
            <a:lvl2pPr marL="227960" indent="0">
              <a:buNone/>
              <a:defRPr sz="997" b="1"/>
            </a:lvl2pPr>
            <a:lvl3pPr marL="455920" indent="0">
              <a:buNone/>
              <a:defRPr sz="897" b="1"/>
            </a:lvl3pPr>
            <a:lvl4pPr marL="683880" indent="0">
              <a:buNone/>
              <a:defRPr sz="798" b="1"/>
            </a:lvl4pPr>
            <a:lvl5pPr marL="911840" indent="0">
              <a:buNone/>
              <a:defRPr sz="798" b="1"/>
            </a:lvl5pPr>
            <a:lvl6pPr marL="1139800" indent="0">
              <a:buNone/>
              <a:defRPr sz="798" b="1"/>
            </a:lvl6pPr>
            <a:lvl7pPr marL="1367760" indent="0">
              <a:buNone/>
              <a:defRPr sz="798" b="1"/>
            </a:lvl7pPr>
            <a:lvl8pPr marL="1595719" indent="0">
              <a:buNone/>
              <a:defRPr sz="798" b="1"/>
            </a:lvl8pPr>
            <a:lvl9pPr marL="1823679" indent="0">
              <a:buNone/>
              <a:defRPr sz="798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5456" y="1249058"/>
            <a:ext cx="3061320" cy="183717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42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85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25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00" y="227965"/>
            <a:ext cx="2322477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1320" y="492341"/>
            <a:ext cx="3645456" cy="2430044"/>
          </a:xfrm>
        </p:spPr>
        <p:txBody>
          <a:bodyPr/>
          <a:lstStyle>
            <a:lvl1pPr>
              <a:defRPr sz="1596"/>
            </a:lvl1pPr>
            <a:lvl2pPr>
              <a:defRPr sz="1396"/>
            </a:lvl2pPr>
            <a:lvl3pPr>
              <a:defRPr sz="1197"/>
            </a:lvl3pPr>
            <a:lvl4pPr>
              <a:defRPr sz="997"/>
            </a:lvl4pPr>
            <a:lvl5pPr>
              <a:defRPr sz="997"/>
            </a:lvl5pPr>
            <a:lvl6pPr>
              <a:defRPr sz="997"/>
            </a:lvl6pPr>
            <a:lvl7pPr>
              <a:defRPr sz="997"/>
            </a:lvl7pPr>
            <a:lvl8pPr>
              <a:defRPr sz="997"/>
            </a:lvl8pPr>
            <a:lvl9pPr>
              <a:defRPr sz="99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6000" y="1025843"/>
            <a:ext cx="2322477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8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00" y="227965"/>
            <a:ext cx="2322477" cy="797878"/>
          </a:xfrm>
        </p:spPr>
        <p:txBody>
          <a:bodyPr anchor="b"/>
          <a:lstStyle>
            <a:lvl1pPr>
              <a:defRPr sz="159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1320" y="492341"/>
            <a:ext cx="3645456" cy="2430044"/>
          </a:xfrm>
        </p:spPr>
        <p:txBody>
          <a:bodyPr anchor="t"/>
          <a:lstStyle>
            <a:lvl1pPr marL="0" indent="0">
              <a:buNone/>
              <a:defRPr sz="1596"/>
            </a:lvl1pPr>
            <a:lvl2pPr marL="227960" indent="0">
              <a:buNone/>
              <a:defRPr sz="1396"/>
            </a:lvl2pPr>
            <a:lvl3pPr marL="455920" indent="0">
              <a:buNone/>
              <a:defRPr sz="1197"/>
            </a:lvl3pPr>
            <a:lvl4pPr marL="683880" indent="0">
              <a:buNone/>
              <a:defRPr sz="997"/>
            </a:lvl4pPr>
            <a:lvl5pPr marL="911840" indent="0">
              <a:buNone/>
              <a:defRPr sz="997"/>
            </a:lvl5pPr>
            <a:lvl6pPr marL="1139800" indent="0">
              <a:buNone/>
              <a:defRPr sz="997"/>
            </a:lvl6pPr>
            <a:lvl7pPr marL="1367760" indent="0">
              <a:buNone/>
              <a:defRPr sz="997"/>
            </a:lvl7pPr>
            <a:lvl8pPr marL="1595719" indent="0">
              <a:buNone/>
              <a:defRPr sz="997"/>
            </a:lvl8pPr>
            <a:lvl9pPr marL="1823679" indent="0">
              <a:buNone/>
              <a:defRPr sz="99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6000" y="1025843"/>
            <a:ext cx="2322477" cy="1900500"/>
          </a:xfrm>
        </p:spPr>
        <p:txBody>
          <a:bodyPr/>
          <a:lstStyle>
            <a:lvl1pPr marL="0" indent="0">
              <a:buNone/>
              <a:defRPr sz="798"/>
            </a:lvl1pPr>
            <a:lvl2pPr marL="227960" indent="0">
              <a:buNone/>
              <a:defRPr sz="698"/>
            </a:lvl2pPr>
            <a:lvl3pPr marL="455920" indent="0">
              <a:buNone/>
              <a:defRPr sz="598"/>
            </a:lvl3pPr>
            <a:lvl4pPr marL="683880" indent="0">
              <a:buNone/>
              <a:defRPr sz="499"/>
            </a:lvl4pPr>
            <a:lvl5pPr marL="911840" indent="0">
              <a:buNone/>
              <a:defRPr sz="499"/>
            </a:lvl5pPr>
            <a:lvl6pPr marL="1139800" indent="0">
              <a:buNone/>
              <a:defRPr sz="499"/>
            </a:lvl6pPr>
            <a:lvl7pPr marL="1367760" indent="0">
              <a:buNone/>
              <a:defRPr sz="499"/>
            </a:lvl7pPr>
            <a:lvl8pPr marL="1595719" indent="0">
              <a:buNone/>
              <a:defRPr sz="499"/>
            </a:lvl8pPr>
            <a:lvl9pPr marL="1823679" indent="0">
              <a:buNone/>
              <a:defRPr sz="499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1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26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3144" y="182055"/>
            <a:ext cx="1552694" cy="289784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062" y="182055"/>
            <a:ext cx="4568071" cy="289784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57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62" y="182056"/>
            <a:ext cx="6210776" cy="660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62" y="910277"/>
            <a:ext cx="6210776" cy="2169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062" y="3169347"/>
            <a:ext cx="1620203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FD322-D87C-4855-9E5B-4484A34F872C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5298" y="3169347"/>
            <a:ext cx="2430304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5635" y="3169347"/>
            <a:ext cx="1620203" cy="1820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300EE-383F-41CE-8461-9986D2B69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79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55920" rtl="0" eaLnBrk="1" latinLnBrk="0" hangingPunct="1">
        <a:lnSpc>
          <a:spcPct val="90000"/>
        </a:lnSpc>
        <a:spcBef>
          <a:spcPct val="0"/>
        </a:spcBef>
        <a:buNone/>
        <a:defRPr sz="21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3980" indent="-113980" algn="l" defTabSz="455920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396" kern="1200">
          <a:solidFill>
            <a:schemeClr val="tx1"/>
          </a:solidFill>
          <a:latin typeface="+mn-lt"/>
          <a:ea typeface="+mn-ea"/>
          <a:cs typeface="+mn-cs"/>
        </a:defRPr>
      </a:lvl1pPr>
      <a:lvl2pPr marL="34194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1197" kern="1200">
          <a:solidFill>
            <a:schemeClr val="tx1"/>
          </a:solidFill>
          <a:latin typeface="+mn-lt"/>
          <a:ea typeface="+mn-ea"/>
          <a:cs typeface="+mn-cs"/>
        </a:defRPr>
      </a:lvl2pPr>
      <a:lvl3pPr marL="56990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997" kern="1200">
          <a:solidFill>
            <a:schemeClr val="tx1"/>
          </a:solidFill>
          <a:latin typeface="+mn-lt"/>
          <a:ea typeface="+mn-ea"/>
          <a:cs typeface="+mn-cs"/>
        </a:defRPr>
      </a:lvl3pPr>
      <a:lvl4pPr marL="79786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102582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253780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48173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70969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937659" indent="-113980" algn="l" defTabSz="455920" rtl="0" eaLnBrk="1" latinLnBrk="0" hangingPunct="1">
        <a:lnSpc>
          <a:spcPct val="90000"/>
        </a:lnSpc>
        <a:spcBef>
          <a:spcPts val="249"/>
        </a:spcBef>
        <a:buFont typeface="Arial" panose="020B0604020202020204" pitchFamily="34" charset="0"/>
        <a:buChar char="•"/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1pPr>
      <a:lvl2pPr marL="2279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2pPr>
      <a:lvl3pPr marL="45592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3pPr>
      <a:lvl4pPr marL="68388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4pPr>
      <a:lvl5pPr marL="91184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5pPr>
      <a:lvl6pPr marL="113980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6pPr>
      <a:lvl7pPr marL="1367760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7pPr>
      <a:lvl8pPr marL="159571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8pPr>
      <a:lvl9pPr marL="1823679" algn="l" defTabSz="455920" rtl="0" eaLnBrk="1" latinLnBrk="0" hangingPunct="1">
        <a:defRPr sz="8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-8467"/>
            <a:ext cx="7208459" cy="3419475"/>
            <a:chOff x="343590" y="83126"/>
            <a:chExt cx="7139792" cy="341947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76" t="7827" r="41120" b="32781"/>
            <a:stretch/>
          </p:blipFill>
          <p:spPr>
            <a:xfrm>
              <a:off x="343590" y="83127"/>
              <a:ext cx="4161746" cy="341947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19" t="14523" r="29815" b="13053"/>
            <a:stretch/>
          </p:blipFill>
          <p:spPr>
            <a:xfrm>
              <a:off x="4505335" y="83126"/>
              <a:ext cx="2978047" cy="341947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43485" y="2917826"/>
              <a:ext cx="42191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A</a:t>
              </a:r>
              <a:endParaRPr lang="en-US" sz="32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24565" y="2917825"/>
              <a:ext cx="40748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B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8692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</dc:creator>
  <cp:lastModifiedBy>Amir</cp:lastModifiedBy>
  <cp:revision>4</cp:revision>
  <dcterms:created xsi:type="dcterms:W3CDTF">2025-08-12T14:32:03Z</dcterms:created>
  <dcterms:modified xsi:type="dcterms:W3CDTF">2025-08-13T12:06:51Z</dcterms:modified>
</cp:coreProperties>
</file>