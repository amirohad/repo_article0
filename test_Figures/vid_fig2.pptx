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57610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1916" y="40"/>
      </p:cViewPr>
      <p:guideLst>
        <p:guide orient="horz" pos="2160"/>
        <p:guide pos="18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2078" y="1122363"/>
            <a:ext cx="4896882" cy="2387600"/>
          </a:xfrm>
        </p:spPr>
        <p:txBody>
          <a:bodyPr anchor="b"/>
          <a:lstStyle>
            <a:lvl1pPr algn="ctr">
              <a:defRPr sz="37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130" y="3602038"/>
            <a:ext cx="4320779" cy="1655762"/>
          </a:xfrm>
        </p:spPr>
        <p:txBody>
          <a:bodyPr/>
          <a:lstStyle>
            <a:lvl1pPr marL="0" indent="0" algn="ctr">
              <a:buNone/>
              <a:defRPr sz="1512"/>
            </a:lvl1pPr>
            <a:lvl2pPr marL="288036" indent="0" algn="ctr">
              <a:buNone/>
              <a:defRPr sz="1260"/>
            </a:lvl2pPr>
            <a:lvl3pPr marL="576072" indent="0" algn="ctr">
              <a:buNone/>
              <a:defRPr sz="1134"/>
            </a:lvl3pPr>
            <a:lvl4pPr marL="864108" indent="0" algn="ctr">
              <a:buNone/>
              <a:defRPr sz="1008"/>
            </a:lvl4pPr>
            <a:lvl5pPr marL="1152144" indent="0" algn="ctr">
              <a:buNone/>
              <a:defRPr sz="1008"/>
            </a:lvl5pPr>
            <a:lvl6pPr marL="1440180" indent="0" algn="ctr">
              <a:buNone/>
              <a:defRPr sz="1008"/>
            </a:lvl6pPr>
            <a:lvl7pPr marL="1728216" indent="0" algn="ctr">
              <a:buNone/>
              <a:defRPr sz="1008"/>
            </a:lvl7pPr>
            <a:lvl8pPr marL="2016252" indent="0" algn="ctr">
              <a:buNone/>
              <a:defRPr sz="1008"/>
            </a:lvl8pPr>
            <a:lvl9pPr marL="2304288" indent="0" algn="ctr">
              <a:buNone/>
              <a:defRPr sz="10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01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071" y="1709740"/>
            <a:ext cx="4968895" cy="2852737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071" y="4589465"/>
            <a:ext cx="4968895" cy="1500187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/>
                </a:solidFill>
              </a:defRPr>
            </a:lvl1pPr>
            <a:lvl2pPr marL="28803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6072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4108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2144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4018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8216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625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4288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071" y="1825625"/>
            <a:ext cx="2448441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6526" y="1825625"/>
            <a:ext cx="2448441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8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22" y="365127"/>
            <a:ext cx="496889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822" y="1681163"/>
            <a:ext cx="2437189" cy="823912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8036" indent="0">
              <a:buNone/>
              <a:defRPr sz="1260" b="1"/>
            </a:lvl2pPr>
            <a:lvl3pPr marL="576072" indent="0">
              <a:buNone/>
              <a:defRPr sz="1134" b="1"/>
            </a:lvl3pPr>
            <a:lvl4pPr marL="864108" indent="0">
              <a:buNone/>
              <a:defRPr sz="1008" b="1"/>
            </a:lvl4pPr>
            <a:lvl5pPr marL="1152144" indent="0">
              <a:buNone/>
              <a:defRPr sz="1008" b="1"/>
            </a:lvl5pPr>
            <a:lvl6pPr marL="1440180" indent="0">
              <a:buNone/>
              <a:defRPr sz="1008" b="1"/>
            </a:lvl6pPr>
            <a:lvl7pPr marL="1728216" indent="0">
              <a:buNone/>
              <a:defRPr sz="1008" b="1"/>
            </a:lvl7pPr>
            <a:lvl8pPr marL="2016252" indent="0">
              <a:buNone/>
              <a:defRPr sz="1008" b="1"/>
            </a:lvl8pPr>
            <a:lvl9pPr marL="2304288" indent="0">
              <a:buNone/>
              <a:defRPr sz="1008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822" y="2505075"/>
            <a:ext cx="2437189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6526" y="1681163"/>
            <a:ext cx="2449192" cy="823912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8036" indent="0">
              <a:buNone/>
              <a:defRPr sz="1260" b="1"/>
            </a:lvl2pPr>
            <a:lvl3pPr marL="576072" indent="0">
              <a:buNone/>
              <a:defRPr sz="1134" b="1"/>
            </a:lvl3pPr>
            <a:lvl4pPr marL="864108" indent="0">
              <a:buNone/>
              <a:defRPr sz="1008" b="1"/>
            </a:lvl4pPr>
            <a:lvl5pPr marL="1152144" indent="0">
              <a:buNone/>
              <a:defRPr sz="1008" b="1"/>
            </a:lvl5pPr>
            <a:lvl6pPr marL="1440180" indent="0">
              <a:buNone/>
              <a:defRPr sz="1008" b="1"/>
            </a:lvl6pPr>
            <a:lvl7pPr marL="1728216" indent="0">
              <a:buNone/>
              <a:defRPr sz="1008" b="1"/>
            </a:lvl7pPr>
            <a:lvl8pPr marL="2016252" indent="0">
              <a:buNone/>
              <a:defRPr sz="1008" b="1"/>
            </a:lvl8pPr>
            <a:lvl9pPr marL="2304288" indent="0">
              <a:buNone/>
              <a:defRPr sz="1008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6526" y="2505075"/>
            <a:ext cx="2449192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1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8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7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22" y="457200"/>
            <a:ext cx="1858085" cy="1600200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192" y="987427"/>
            <a:ext cx="2916525" cy="4873625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822" y="2057400"/>
            <a:ext cx="1858085" cy="3811588"/>
          </a:xfrm>
        </p:spPr>
        <p:txBody>
          <a:bodyPr/>
          <a:lstStyle>
            <a:lvl1pPr marL="0" indent="0">
              <a:buNone/>
              <a:defRPr sz="1008"/>
            </a:lvl1pPr>
            <a:lvl2pPr marL="288036" indent="0">
              <a:buNone/>
              <a:defRPr sz="882"/>
            </a:lvl2pPr>
            <a:lvl3pPr marL="576072" indent="0">
              <a:buNone/>
              <a:defRPr sz="756"/>
            </a:lvl3pPr>
            <a:lvl4pPr marL="864108" indent="0">
              <a:buNone/>
              <a:defRPr sz="630"/>
            </a:lvl4pPr>
            <a:lvl5pPr marL="1152144" indent="0">
              <a:buNone/>
              <a:defRPr sz="630"/>
            </a:lvl5pPr>
            <a:lvl6pPr marL="1440180" indent="0">
              <a:buNone/>
              <a:defRPr sz="630"/>
            </a:lvl6pPr>
            <a:lvl7pPr marL="1728216" indent="0">
              <a:buNone/>
              <a:defRPr sz="630"/>
            </a:lvl7pPr>
            <a:lvl8pPr marL="2016252" indent="0">
              <a:buNone/>
              <a:defRPr sz="630"/>
            </a:lvl8pPr>
            <a:lvl9pPr marL="2304288" indent="0">
              <a:buNone/>
              <a:defRPr sz="63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8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22" y="457200"/>
            <a:ext cx="1858085" cy="1600200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9192" y="987427"/>
            <a:ext cx="2916525" cy="4873625"/>
          </a:xfrm>
        </p:spPr>
        <p:txBody>
          <a:bodyPr anchor="t"/>
          <a:lstStyle>
            <a:lvl1pPr marL="0" indent="0">
              <a:buNone/>
              <a:defRPr sz="2016"/>
            </a:lvl1pPr>
            <a:lvl2pPr marL="288036" indent="0">
              <a:buNone/>
              <a:defRPr sz="1764"/>
            </a:lvl2pPr>
            <a:lvl3pPr marL="576072" indent="0">
              <a:buNone/>
              <a:defRPr sz="1512"/>
            </a:lvl3pPr>
            <a:lvl4pPr marL="864108" indent="0">
              <a:buNone/>
              <a:defRPr sz="1260"/>
            </a:lvl4pPr>
            <a:lvl5pPr marL="1152144" indent="0">
              <a:buNone/>
              <a:defRPr sz="1260"/>
            </a:lvl5pPr>
            <a:lvl6pPr marL="1440180" indent="0">
              <a:buNone/>
              <a:defRPr sz="1260"/>
            </a:lvl6pPr>
            <a:lvl7pPr marL="1728216" indent="0">
              <a:buNone/>
              <a:defRPr sz="1260"/>
            </a:lvl7pPr>
            <a:lvl8pPr marL="2016252" indent="0">
              <a:buNone/>
              <a:defRPr sz="1260"/>
            </a:lvl8pPr>
            <a:lvl9pPr marL="2304288" indent="0">
              <a:buNone/>
              <a:defRPr sz="126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822" y="2057400"/>
            <a:ext cx="1858085" cy="3811588"/>
          </a:xfrm>
        </p:spPr>
        <p:txBody>
          <a:bodyPr/>
          <a:lstStyle>
            <a:lvl1pPr marL="0" indent="0">
              <a:buNone/>
              <a:defRPr sz="1008"/>
            </a:lvl1pPr>
            <a:lvl2pPr marL="288036" indent="0">
              <a:buNone/>
              <a:defRPr sz="882"/>
            </a:lvl2pPr>
            <a:lvl3pPr marL="576072" indent="0">
              <a:buNone/>
              <a:defRPr sz="756"/>
            </a:lvl3pPr>
            <a:lvl4pPr marL="864108" indent="0">
              <a:buNone/>
              <a:defRPr sz="630"/>
            </a:lvl4pPr>
            <a:lvl5pPr marL="1152144" indent="0">
              <a:buNone/>
              <a:defRPr sz="630"/>
            </a:lvl5pPr>
            <a:lvl6pPr marL="1440180" indent="0">
              <a:buNone/>
              <a:defRPr sz="630"/>
            </a:lvl6pPr>
            <a:lvl7pPr marL="1728216" indent="0">
              <a:buNone/>
              <a:defRPr sz="630"/>
            </a:lvl7pPr>
            <a:lvl8pPr marL="2016252" indent="0">
              <a:buNone/>
              <a:defRPr sz="630"/>
            </a:lvl8pPr>
            <a:lvl9pPr marL="2304288" indent="0">
              <a:buNone/>
              <a:defRPr sz="63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1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2743" y="365125"/>
            <a:ext cx="1242224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072" y="365125"/>
            <a:ext cx="3654658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0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6072" y="365127"/>
            <a:ext cx="49688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072" y="1825625"/>
            <a:ext cx="49688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6071" y="6356352"/>
            <a:ext cx="12962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0D0E0-7BBC-4DD5-AA5E-3E3796B336E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8344" y="6356352"/>
            <a:ext cx="1944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8733" y="6356352"/>
            <a:ext cx="12962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E6BE6-2C9F-4E3D-A8B2-274404E9F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56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76072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18" indent="-144018" algn="l" defTabSz="576072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2054" indent="-144018" algn="l" defTabSz="576072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018" algn="l" defTabSz="576072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indent="-144018" algn="l" defTabSz="576072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6162" indent="-144018" algn="l" defTabSz="576072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4198" indent="-144018" algn="l" defTabSz="576072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2234" indent="-144018" algn="l" defTabSz="576072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018" algn="l" defTabSz="576072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8306" indent="-144018" algn="l" defTabSz="576072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6072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" algn="l" defTabSz="576072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6072" algn="l" defTabSz="576072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4108" algn="l" defTabSz="576072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algn="l" defTabSz="576072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6072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8216" algn="l" defTabSz="576072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algn="l" defTabSz="576072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4288" algn="l" defTabSz="576072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61037" cy="68580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3322717" y="3971525"/>
            <a:ext cx="295473" cy="357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33463" y="3677019"/>
            <a:ext cx="473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1 cm</a:t>
            </a:r>
            <a:endParaRPr lang="en-US" sz="900" dirty="0">
              <a:latin typeface="DejaVu Sans" panose="020B0603030804020204" pitchFamily="34" charset="0"/>
              <a:ea typeface="DejaVu Sans" panose="020B0603030804020204" pitchFamily="34" charset="0"/>
              <a:cs typeface="DejaVu Sans" panose="020B06030308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45619" y="3677019"/>
            <a:ext cx="4716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1 cm</a:t>
            </a:r>
            <a:endParaRPr lang="en-US" sz="900" dirty="0">
              <a:solidFill>
                <a:schemeClr val="bg1"/>
              </a:solidFill>
              <a:latin typeface="DejaVu Sans" panose="020B0603030804020204" pitchFamily="34" charset="0"/>
              <a:ea typeface="DejaVu Sans" panose="020B0603030804020204" pitchFamily="34" charset="0"/>
              <a:cs typeface="DejaVu Sans" panose="020B06030308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9971" y="3948665"/>
            <a:ext cx="166029" cy="457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"/>
          </a:p>
        </p:txBody>
      </p:sp>
      <p:sp>
        <p:nvSpPr>
          <p:cNvPr id="10" name="TextBox 9"/>
          <p:cNvSpPr txBox="1"/>
          <p:nvPr/>
        </p:nvSpPr>
        <p:spPr>
          <a:xfrm>
            <a:off x="218553" y="238149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</a:t>
            </a:r>
            <a:endParaRPr 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4108086" y="238149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B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8553" y="412883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05943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7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DejaVu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</dc:creator>
  <cp:lastModifiedBy>Amir</cp:lastModifiedBy>
  <cp:revision>3</cp:revision>
  <dcterms:created xsi:type="dcterms:W3CDTF">2025-08-12T08:05:55Z</dcterms:created>
  <dcterms:modified xsi:type="dcterms:W3CDTF">2025-08-13T10:06:52Z</dcterms:modified>
</cp:coreProperties>
</file>