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6" r:id="rId1"/>
  </p:sldMasterIdLst>
  <p:sldIdLst>
    <p:sldId id="256" r:id="rId2"/>
  </p:sldIdLst>
  <p:sldSz cx="9359900" cy="611981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28" userDrawn="1">
          <p15:clr>
            <a:srgbClr val="A4A3A4"/>
          </p15:clr>
        </p15:guide>
        <p15:guide id="2" pos="294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 showGuides="1">
      <p:cViewPr>
        <p:scale>
          <a:sx n="50" d="100"/>
          <a:sy n="50" d="100"/>
        </p:scale>
        <p:origin x="1728" y="604"/>
      </p:cViewPr>
      <p:guideLst>
        <p:guide orient="horz" pos="1928"/>
        <p:guide pos="294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01993" y="1001553"/>
            <a:ext cx="7955915" cy="2130602"/>
          </a:xfrm>
        </p:spPr>
        <p:txBody>
          <a:bodyPr anchor="b"/>
          <a:lstStyle>
            <a:lvl1pPr algn="ctr">
              <a:defRPr sz="5354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69988" y="3214319"/>
            <a:ext cx="7019925" cy="1477538"/>
          </a:xfrm>
        </p:spPr>
        <p:txBody>
          <a:bodyPr/>
          <a:lstStyle>
            <a:lvl1pPr marL="0" indent="0" algn="ctr">
              <a:buNone/>
              <a:defRPr sz="2142"/>
            </a:lvl1pPr>
            <a:lvl2pPr marL="408005" indent="0" algn="ctr">
              <a:buNone/>
              <a:defRPr sz="1785"/>
            </a:lvl2pPr>
            <a:lvl3pPr marL="816011" indent="0" algn="ctr">
              <a:buNone/>
              <a:defRPr sz="1606"/>
            </a:lvl3pPr>
            <a:lvl4pPr marL="1224016" indent="0" algn="ctr">
              <a:buNone/>
              <a:defRPr sz="1428"/>
            </a:lvl4pPr>
            <a:lvl5pPr marL="1632021" indent="0" algn="ctr">
              <a:buNone/>
              <a:defRPr sz="1428"/>
            </a:lvl5pPr>
            <a:lvl6pPr marL="2040026" indent="0" algn="ctr">
              <a:buNone/>
              <a:defRPr sz="1428"/>
            </a:lvl6pPr>
            <a:lvl7pPr marL="2448032" indent="0" algn="ctr">
              <a:buNone/>
              <a:defRPr sz="1428"/>
            </a:lvl7pPr>
            <a:lvl8pPr marL="2856037" indent="0" algn="ctr">
              <a:buNone/>
              <a:defRPr sz="1428"/>
            </a:lvl8pPr>
            <a:lvl9pPr marL="3264042" indent="0" algn="ctr">
              <a:buNone/>
              <a:defRPr sz="1428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7BAA66-F3B2-431B-9148-10F5D5ABBE8F}" type="datetimeFigureOut">
              <a:rPr lang="en-US" smtClean="0"/>
              <a:t>8/13/2025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B6D57B-21DB-4726-A050-C5B2C90412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16467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7BAA66-F3B2-431B-9148-10F5D5ABBE8F}" type="datetimeFigureOut">
              <a:rPr lang="en-US" smtClean="0"/>
              <a:t>8/13/2025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B6D57B-21DB-4726-A050-C5B2C90412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76591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8619" y="1525705"/>
            <a:ext cx="8072914" cy="2545672"/>
          </a:xfrm>
        </p:spPr>
        <p:txBody>
          <a:bodyPr anchor="b"/>
          <a:lstStyle>
            <a:lvl1pPr>
              <a:defRPr sz="5354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8619" y="4095460"/>
            <a:ext cx="8072914" cy="1338709"/>
          </a:xfrm>
        </p:spPr>
        <p:txBody>
          <a:bodyPr/>
          <a:lstStyle>
            <a:lvl1pPr marL="0" indent="0">
              <a:buNone/>
              <a:defRPr sz="2142">
                <a:solidFill>
                  <a:schemeClr val="tx1"/>
                </a:solidFill>
              </a:defRPr>
            </a:lvl1pPr>
            <a:lvl2pPr marL="408005" indent="0">
              <a:buNone/>
              <a:defRPr sz="1785">
                <a:solidFill>
                  <a:schemeClr val="tx1">
                    <a:tint val="75000"/>
                  </a:schemeClr>
                </a:solidFill>
              </a:defRPr>
            </a:lvl2pPr>
            <a:lvl3pPr marL="816011" indent="0">
              <a:buNone/>
              <a:defRPr sz="1606">
                <a:solidFill>
                  <a:schemeClr val="tx1">
                    <a:tint val="75000"/>
                  </a:schemeClr>
                </a:solidFill>
              </a:defRPr>
            </a:lvl3pPr>
            <a:lvl4pPr marL="1224016" indent="0">
              <a:buNone/>
              <a:defRPr sz="1428">
                <a:solidFill>
                  <a:schemeClr val="tx1">
                    <a:tint val="75000"/>
                  </a:schemeClr>
                </a:solidFill>
              </a:defRPr>
            </a:lvl4pPr>
            <a:lvl5pPr marL="1632021" indent="0">
              <a:buNone/>
              <a:defRPr sz="1428">
                <a:solidFill>
                  <a:schemeClr val="tx1">
                    <a:tint val="75000"/>
                  </a:schemeClr>
                </a:solidFill>
              </a:defRPr>
            </a:lvl5pPr>
            <a:lvl6pPr marL="2040026" indent="0">
              <a:buNone/>
              <a:defRPr sz="1428">
                <a:solidFill>
                  <a:schemeClr val="tx1">
                    <a:tint val="75000"/>
                  </a:schemeClr>
                </a:solidFill>
              </a:defRPr>
            </a:lvl6pPr>
            <a:lvl7pPr marL="2448032" indent="0">
              <a:buNone/>
              <a:defRPr sz="1428">
                <a:solidFill>
                  <a:schemeClr val="tx1">
                    <a:tint val="75000"/>
                  </a:schemeClr>
                </a:solidFill>
              </a:defRPr>
            </a:lvl7pPr>
            <a:lvl8pPr marL="2856037" indent="0">
              <a:buNone/>
              <a:defRPr sz="1428">
                <a:solidFill>
                  <a:schemeClr val="tx1">
                    <a:tint val="75000"/>
                  </a:schemeClr>
                </a:solidFill>
              </a:defRPr>
            </a:lvl8pPr>
            <a:lvl9pPr marL="3264042" indent="0">
              <a:buNone/>
              <a:defRPr sz="1428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7BAA66-F3B2-431B-9148-10F5D5ABBE8F}" type="datetimeFigureOut">
              <a:rPr lang="en-US" smtClean="0"/>
              <a:t>8/13/2025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B6D57B-21DB-4726-A050-C5B2C90412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03547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43493" y="1629117"/>
            <a:ext cx="3977958" cy="3882965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38449" y="1629117"/>
            <a:ext cx="3977958" cy="3882965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7BAA66-F3B2-431B-9148-10F5D5ABBE8F}" type="datetimeFigureOut">
              <a:rPr lang="en-US" smtClean="0"/>
              <a:t>8/13/2025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B6D57B-21DB-4726-A050-C5B2C90412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80195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4712" y="325825"/>
            <a:ext cx="8072914" cy="1182881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44713" y="1500205"/>
            <a:ext cx="3959676" cy="735227"/>
          </a:xfrm>
        </p:spPr>
        <p:txBody>
          <a:bodyPr anchor="b"/>
          <a:lstStyle>
            <a:lvl1pPr marL="0" indent="0">
              <a:buNone/>
              <a:defRPr sz="2142" b="1"/>
            </a:lvl1pPr>
            <a:lvl2pPr marL="408005" indent="0">
              <a:buNone/>
              <a:defRPr sz="1785" b="1"/>
            </a:lvl2pPr>
            <a:lvl3pPr marL="816011" indent="0">
              <a:buNone/>
              <a:defRPr sz="1606" b="1"/>
            </a:lvl3pPr>
            <a:lvl4pPr marL="1224016" indent="0">
              <a:buNone/>
              <a:defRPr sz="1428" b="1"/>
            </a:lvl4pPr>
            <a:lvl5pPr marL="1632021" indent="0">
              <a:buNone/>
              <a:defRPr sz="1428" b="1"/>
            </a:lvl5pPr>
            <a:lvl6pPr marL="2040026" indent="0">
              <a:buNone/>
              <a:defRPr sz="1428" b="1"/>
            </a:lvl6pPr>
            <a:lvl7pPr marL="2448032" indent="0">
              <a:buNone/>
              <a:defRPr sz="1428" b="1"/>
            </a:lvl7pPr>
            <a:lvl8pPr marL="2856037" indent="0">
              <a:buNone/>
              <a:defRPr sz="1428" b="1"/>
            </a:lvl8pPr>
            <a:lvl9pPr marL="3264042" indent="0">
              <a:buNone/>
              <a:defRPr sz="1428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4713" y="2235432"/>
            <a:ext cx="3959676" cy="3287983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38450" y="1500205"/>
            <a:ext cx="3979177" cy="735227"/>
          </a:xfrm>
        </p:spPr>
        <p:txBody>
          <a:bodyPr anchor="b"/>
          <a:lstStyle>
            <a:lvl1pPr marL="0" indent="0">
              <a:buNone/>
              <a:defRPr sz="2142" b="1"/>
            </a:lvl1pPr>
            <a:lvl2pPr marL="408005" indent="0">
              <a:buNone/>
              <a:defRPr sz="1785" b="1"/>
            </a:lvl2pPr>
            <a:lvl3pPr marL="816011" indent="0">
              <a:buNone/>
              <a:defRPr sz="1606" b="1"/>
            </a:lvl3pPr>
            <a:lvl4pPr marL="1224016" indent="0">
              <a:buNone/>
              <a:defRPr sz="1428" b="1"/>
            </a:lvl4pPr>
            <a:lvl5pPr marL="1632021" indent="0">
              <a:buNone/>
              <a:defRPr sz="1428" b="1"/>
            </a:lvl5pPr>
            <a:lvl6pPr marL="2040026" indent="0">
              <a:buNone/>
              <a:defRPr sz="1428" b="1"/>
            </a:lvl6pPr>
            <a:lvl7pPr marL="2448032" indent="0">
              <a:buNone/>
              <a:defRPr sz="1428" b="1"/>
            </a:lvl7pPr>
            <a:lvl8pPr marL="2856037" indent="0">
              <a:buNone/>
              <a:defRPr sz="1428" b="1"/>
            </a:lvl8pPr>
            <a:lvl9pPr marL="3264042" indent="0">
              <a:buNone/>
              <a:defRPr sz="1428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38450" y="2235432"/>
            <a:ext cx="3979177" cy="3287983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7BAA66-F3B2-431B-9148-10F5D5ABBE8F}" type="datetimeFigureOut">
              <a:rPr lang="en-US" smtClean="0"/>
              <a:t>8/13/2025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B6D57B-21DB-4726-A050-C5B2C90412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72070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7BAA66-F3B2-431B-9148-10F5D5ABBE8F}" type="datetimeFigureOut">
              <a:rPr lang="en-US" smtClean="0"/>
              <a:t>8/13/2025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B6D57B-21DB-4726-A050-C5B2C90412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40725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7BAA66-F3B2-431B-9148-10F5D5ABBE8F}" type="datetimeFigureOut">
              <a:rPr lang="en-US" smtClean="0"/>
              <a:t>8/13/2025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B6D57B-21DB-4726-A050-C5B2C90412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4870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4712" y="407988"/>
            <a:ext cx="3018811" cy="1427956"/>
          </a:xfrm>
        </p:spPr>
        <p:txBody>
          <a:bodyPr anchor="b"/>
          <a:lstStyle>
            <a:lvl1pPr>
              <a:defRPr sz="2856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79177" y="881141"/>
            <a:ext cx="4738449" cy="4349034"/>
          </a:xfrm>
        </p:spPr>
        <p:txBody>
          <a:bodyPr/>
          <a:lstStyle>
            <a:lvl1pPr>
              <a:defRPr sz="2856"/>
            </a:lvl1pPr>
            <a:lvl2pPr>
              <a:defRPr sz="2499"/>
            </a:lvl2pPr>
            <a:lvl3pPr>
              <a:defRPr sz="2142"/>
            </a:lvl3pPr>
            <a:lvl4pPr>
              <a:defRPr sz="1785"/>
            </a:lvl4pPr>
            <a:lvl5pPr>
              <a:defRPr sz="1785"/>
            </a:lvl5pPr>
            <a:lvl6pPr>
              <a:defRPr sz="1785"/>
            </a:lvl6pPr>
            <a:lvl7pPr>
              <a:defRPr sz="1785"/>
            </a:lvl7pPr>
            <a:lvl8pPr>
              <a:defRPr sz="1785"/>
            </a:lvl8pPr>
            <a:lvl9pPr>
              <a:defRPr sz="1785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4712" y="1835944"/>
            <a:ext cx="3018811" cy="3401313"/>
          </a:xfrm>
        </p:spPr>
        <p:txBody>
          <a:bodyPr/>
          <a:lstStyle>
            <a:lvl1pPr marL="0" indent="0">
              <a:buNone/>
              <a:defRPr sz="1428"/>
            </a:lvl1pPr>
            <a:lvl2pPr marL="408005" indent="0">
              <a:buNone/>
              <a:defRPr sz="1249"/>
            </a:lvl2pPr>
            <a:lvl3pPr marL="816011" indent="0">
              <a:buNone/>
              <a:defRPr sz="1071"/>
            </a:lvl3pPr>
            <a:lvl4pPr marL="1224016" indent="0">
              <a:buNone/>
              <a:defRPr sz="892"/>
            </a:lvl4pPr>
            <a:lvl5pPr marL="1632021" indent="0">
              <a:buNone/>
              <a:defRPr sz="892"/>
            </a:lvl5pPr>
            <a:lvl6pPr marL="2040026" indent="0">
              <a:buNone/>
              <a:defRPr sz="892"/>
            </a:lvl6pPr>
            <a:lvl7pPr marL="2448032" indent="0">
              <a:buNone/>
              <a:defRPr sz="892"/>
            </a:lvl7pPr>
            <a:lvl8pPr marL="2856037" indent="0">
              <a:buNone/>
              <a:defRPr sz="892"/>
            </a:lvl8pPr>
            <a:lvl9pPr marL="3264042" indent="0">
              <a:buNone/>
              <a:defRPr sz="892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7BAA66-F3B2-431B-9148-10F5D5ABBE8F}" type="datetimeFigureOut">
              <a:rPr lang="en-US" smtClean="0"/>
              <a:t>8/13/2025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B6D57B-21DB-4726-A050-C5B2C90412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22428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4712" y="407988"/>
            <a:ext cx="3018811" cy="1427956"/>
          </a:xfrm>
        </p:spPr>
        <p:txBody>
          <a:bodyPr anchor="b"/>
          <a:lstStyle>
            <a:lvl1pPr>
              <a:defRPr sz="2856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979177" y="881141"/>
            <a:ext cx="4738449" cy="4349034"/>
          </a:xfrm>
        </p:spPr>
        <p:txBody>
          <a:bodyPr anchor="t"/>
          <a:lstStyle>
            <a:lvl1pPr marL="0" indent="0">
              <a:buNone/>
              <a:defRPr sz="2856"/>
            </a:lvl1pPr>
            <a:lvl2pPr marL="408005" indent="0">
              <a:buNone/>
              <a:defRPr sz="2499"/>
            </a:lvl2pPr>
            <a:lvl3pPr marL="816011" indent="0">
              <a:buNone/>
              <a:defRPr sz="2142"/>
            </a:lvl3pPr>
            <a:lvl4pPr marL="1224016" indent="0">
              <a:buNone/>
              <a:defRPr sz="1785"/>
            </a:lvl4pPr>
            <a:lvl5pPr marL="1632021" indent="0">
              <a:buNone/>
              <a:defRPr sz="1785"/>
            </a:lvl5pPr>
            <a:lvl6pPr marL="2040026" indent="0">
              <a:buNone/>
              <a:defRPr sz="1785"/>
            </a:lvl6pPr>
            <a:lvl7pPr marL="2448032" indent="0">
              <a:buNone/>
              <a:defRPr sz="1785"/>
            </a:lvl7pPr>
            <a:lvl8pPr marL="2856037" indent="0">
              <a:buNone/>
              <a:defRPr sz="1785"/>
            </a:lvl8pPr>
            <a:lvl9pPr marL="3264042" indent="0">
              <a:buNone/>
              <a:defRPr sz="1785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4712" y="1835944"/>
            <a:ext cx="3018811" cy="3401313"/>
          </a:xfrm>
        </p:spPr>
        <p:txBody>
          <a:bodyPr/>
          <a:lstStyle>
            <a:lvl1pPr marL="0" indent="0">
              <a:buNone/>
              <a:defRPr sz="1428"/>
            </a:lvl1pPr>
            <a:lvl2pPr marL="408005" indent="0">
              <a:buNone/>
              <a:defRPr sz="1249"/>
            </a:lvl2pPr>
            <a:lvl3pPr marL="816011" indent="0">
              <a:buNone/>
              <a:defRPr sz="1071"/>
            </a:lvl3pPr>
            <a:lvl4pPr marL="1224016" indent="0">
              <a:buNone/>
              <a:defRPr sz="892"/>
            </a:lvl4pPr>
            <a:lvl5pPr marL="1632021" indent="0">
              <a:buNone/>
              <a:defRPr sz="892"/>
            </a:lvl5pPr>
            <a:lvl6pPr marL="2040026" indent="0">
              <a:buNone/>
              <a:defRPr sz="892"/>
            </a:lvl6pPr>
            <a:lvl7pPr marL="2448032" indent="0">
              <a:buNone/>
              <a:defRPr sz="892"/>
            </a:lvl7pPr>
            <a:lvl8pPr marL="2856037" indent="0">
              <a:buNone/>
              <a:defRPr sz="892"/>
            </a:lvl8pPr>
            <a:lvl9pPr marL="3264042" indent="0">
              <a:buNone/>
              <a:defRPr sz="892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7BAA66-F3B2-431B-9148-10F5D5ABBE8F}" type="datetimeFigureOut">
              <a:rPr lang="en-US" smtClean="0"/>
              <a:t>8/13/2025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B6D57B-21DB-4726-A050-C5B2C90412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33684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7BAA66-F3B2-431B-9148-10F5D5ABBE8F}" type="datetimeFigureOut">
              <a:rPr lang="en-US" smtClean="0"/>
              <a:t>8/13/2025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B6D57B-21DB-4726-A050-C5B2C90412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64071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98179" y="325823"/>
            <a:ext cx="2018228" cy="5186259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43493" y="325823"/>
            <a:ext cx="5937687" cy="5186259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7BAA66-F3B2-431B-9148-10F5D5ABBE8F}" type="datetimeFigureOut">
              <a:rPr lang="en-US" smtClean="0"/>
              <a:t>8/13/2025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B6D57B-21DB-4726-A050-C5B2C90412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31047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3493" y="325825"/>
            <a:ext cx="8072914" cy="118288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43493" y="1629117"/>
            <a:ext cx="8072914" cy="388296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43493" y="5672162"/>
            <a:ext cx="2105978" cy="32582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7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7BAA66-F3B2-431B-9148-10F5D5ABBE8F}" type="datetimeFigureOut">
              <a:rPr lang="en-US" smtClean="0"/>
              <a:t>8/13/2025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00467" y="5672162"/>
            <a:ext cx="3158966" cy="32582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7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610429" y="5672162"/>
            <a:ext cx="2105978" cy="32582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7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B6D57B-21DB-4726-A050-C5B2C90412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04830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7" r:id="rId1"/>
    <p:sldLayoutId id="2147483758" r:id="rId2"/>
    <p:sldLayoutId id="2147483759" r:id="rId3"/>
    <p:sldLayoutId id="2147483760" r:id="rId4"/>
    <p:sldLayoutId id="2147483761" r:id="rId5"/>
    <p:sldLayoutId id="2147483762" r:id="rId6"/>
    <p:sldLayoutId id="2147483763" r:id="rId7"/>
    <p:sldLayoutId id="2147483764" r:id="rId8"/>
    <p:sldLayoutId id="2147483765" r:id="rId9"/>
    <p:sldLayoutId id="2147483766" r:id="rId10"/>
    <p:sldLayoutId id="2147483767" r:id="rId11"/>
  </p:sldLayoutIdLst>
  <p:txStyles>
    <p:titleStyle>
      <a:lvl1pPr algn="l" defTabSz="816011" rtl="0" eaLnBrk="1" latinLnBrk="0" hangingPunct="1">
        <a:lnSpc>
          <a:spcPct val="90000"/>
        </a:lnSpc>
        <a:spcBef>
          <a:spcPct val="0"/>
        </a:spcBef>
        <a:buNone/>
        <a:defRPr sz="392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04003" indent="-204003" algn="l" defTabSz="816011" rtl="0" eaLnBrk="1" latinLnBrk="0" hangingPunct="1">
        <a:lnSpc>
          <a:spcPct val="90000"/>
        </a:lnSpc>
        <a:spcBef>
          <a:spcPts val="892"/>
        </a:spcBef>
        <a:buFont typeface="Arial" panose="020B0604020202020204" pitchFamily="34" charset="0"/>
        <a:buChar char="•"/>
        <a:defRPr sz="2499" kern="1200">
          <a:solidFill>
            <a:schemeClr val="tx1"/>
          </a:solidFill>
          <a:latin typeface="+mn-lt"/>
          <a:ea typeface="+mn-ea"/>
          <a:cs typeface="+mn-cs"/>
        </a:defRPr>
      </a:lvl1pPr>
      <a:lvl2pPr marL="612008" indent="-204003" algn="l" defTabSz="816011" rtl="0" eaLnBrk="1" latinLnBrk="0" hangingPunct="1">
        <a:lnSpc>
          <a:spcPct val="90000"/>
        </a:lnSpc>
        <a:spcBef>
          <a:spcPts val="446"/>
        </a:spcBef>
        <a:buFont typeface="Arial" panose="020B0604020202020204" pitchFamily="34" charset="0"/>
        <a:buChar char="•"/>
        <a:defRPr sz="2142" kern="1200">
          <a:solidFill>
            <a:schemeClr val="tx1"/>
          </a:solidFill>
          <a:latin typeface="+mn-lt"/>
          <a:ea typeface="+mn-ea"/>
          <a:cs typeface="+mn-cs"/>
        </a:defRPr>
      </a:lvl2pPr>
      <a:lvl3pPr marL="1020013" indent="-204003" algn="l" defTabSz="816011" rtl="0" eaLnBrk="1" latinLnBrk="0" hangingPunct="1">
        <a:lnSpc>
          <a:spcPct val="90000"/>
        </a:lnSpc>
        <a:spcBef>
          <a:spcPts val="446"/>
        </a:spcBef>
        <a:buFont typeface="Arial" panose="020B0604020202020204" pitchFamily="34" charset="0"/>
        <a:buChar char="•"/>
        <a:defRPr sz="1785" kern="1200">
          <a:solidFill>
            <a:schemeClr val="tx1"/>
          </a:solidFill>
          <a:latin typeface="+mn-lt"/>
          <a:ea typeface="+mn-ea"/>
          <a:cs typeface="+mn-cs"/>
        </a:defRPr>
      </a:lvl3pPr>
      <a:lvl4pPr marL="1428018" indent="-204003" algn="l" defTabSz="816011" rtl="0" eaLnBrk="1" latinLnBrk="0" hangingPunct="1">
        <a:lnSpc>
          <a:spcPct val="90000"/>
        </a:lnSpc>
        <a:spcBef>
          <a:spcPts val="446"/>
        </a:spcBef>
        <a:buFont typeface="Arial" panose="020B0604020202020204" pitchFamily="34" charset="0"/>
        <a:buChar char="•"/>
        <a:defRPr sz="1606" kern="1200">
          <a:solidFill>
            <a:schemeClr val="tx1"/>
          </a:solidFill>
          <a:latin typeface="+mn-lt"/>
          <a:ea typeface="+mn-ea"/>
          <a:cs typeface="+mn-cs"/>
        </a:defRPr>
      </a:lvl4pPr>
      <a:lvl5pPr marL="1836024" indent="-204003" algn="l" defTabSz="816011" rtl="0" eaLnBrk="1" latinLnBrk="0" hangingPunct="1">
        <a:lnSpc>
          <a:spcPct val="90000"/>
        </a:lnSpc>
        <a:spcBef>
          <a:spcPts val="446"/>
        </a:spcBef>
        <a:buFont typeface="Arial" panose="020B0604020202020204" pitchFamily="34" charset="0"/>
        <a:buChar char="•"/>
        <a:defRPr sz="1606" kern="1200">
          <a:solidFill>
            <a:schemeClr val="tx1"/>
          </a:solidFill>
          <a:latin typeface="+mn-lt"/>
          <a:ea typeface="+mn-ea"/>
          <a:cs typeface="+mn-cs"/>
        </a:defRPr>
      </a:lvl5pPr>
      <a:lvl6pPr marL="2244029" indent="-204003" algn="l" defTabSz="816011" rtl="0" eaLnBrk="1" latinLnBrk="0" hangingPunct="1">
        <a:lnSpc>
          <a:spcPct val="90000"/>
        </a:lnSpc>
        <a:spcBef>
          <a:spcPts val="446"/>
        </a:spcBef>
        <a:buFont typeface="Arial" panose="020B0604020202020204" pitchFamily="34" charset="0"/>
        <a:buChar char="•"/>
        <a:defRPr sz="1606" kern="1200">
          <a:solidFill>
            <a:schemeClr val="tx1"/>
          </a:solidFill>
          <a:latin typeface="+mn-lt"/>
          <a:ea typeface="+mn-ea"/>
          <a:cs typeface="+mn-cs"/>
        </a:defRPr>
      </a:lvl6pPr>
      <a:lvl7pPr marL="2652034" indent="-204003" algn="l" defTabSz="816011" rtl="0" eaLnBrk="1" latinLnBrk="0" hangingPunct="1">
        <a:lnSpc>
          <a:spcPct val="90000"/>
        </a:lnSpc>
        <a:spcBef>
          <a:spcPts val="446"/>
        </a:spcBef>
        <a:buFont typeface="Arial" panose="020B0604020202020204" pitchFamily="34" charset="0"/>
        <a:buChar char="•"/>
        <a:defRPr sz="1606" kern="1200">
          <a:solidFill>
            <a:schemeClr val="tx1"/>
          </a:solidFill>
          <a:latin typeface="+mn-lt"/>
          <a:ea typeface="+mn-ea"/>
          <a:cs typeface="+mn-cs"/>
        </a:defRPr>
      </a:lvl7pPr>
      <a:lvl8pPr marL="3060040" indent="-204003" algn="l" defTabSz="816011" rtl="0" eaLnBrk="1" latinLnBrk="0" hangingPunct="1">
        <a:lnSpc>
          <a:spcPct val="90000"/>
        </a:lnSpc>
        <a:spcBef>
          <a:spcPts val="446"/>
        </a:spcBef>
        <a:buFont typeface="Arial" panose="020B0604020202020204" pitchFamily="34" charset="0"/>
        <a:buChar char="•"/>
        <a:defRPr sz="1606" kern="1200">
          <a:solidFill>
            <a:schemeClr val="tx1"/>
          </a:solidFill>
          <a:latin typeface="+mn-lt"/>
          <a:ea typeface="+mn-ea"/>
          <a:cs typeface="+mn-cs"/>
        </a:defRPr>
      </a:lvl8pPr>
      <a:lvl9pPr marL="3468045" indent="-204003" algn="l" defTabSz="816011" rtl="0" eaLnBrk="1" latinLnBrk="0" hangingPunct="1">
        <a:lnSpc>
          <a:spcPct val="90000"/>
        </a:lnSpc>
        <a:spcBef>
          <a:spcPts val="446"/>
        </a:spcBef>
        <a:buFont typeface="Arial" panose="020B0604020202020204" pitchFamily="34" charset="0"/>
        <a:buChar char="•"/>
        <a:defRPr sz="160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816011" rtl="0" eaLnBrk="1" latinLnBrk="0" hangingPunct="1">
        <a:defRPr sz="1606" kern="1200">
          <a:solidFill>
            <a:schemeClr val="tx1"/>
          </a:solidFill>
          <a:latin typeface="+mn-lt"/>
          <a:ea typeface="+mn-ea"/>
          <a:cs typeface="+mn-cs"/>
        </a:defRPr>
      </a:lvl1pPr>
      <a:lvl2pPr marL="408005" algn="l" defTabSz="816011" rtl="0" eaLnBrk="1" latinLnBrk="0" hangingPunct="1">
        <a:defRPr sz="1606" kern="1200">
          <a:solidFill>
            <a:schemeClr val="tx1"/>
          </a:solidFill>
          <a:latin typeface="+mn-lt"/>
          <a:ea typeface="+mn-ea"/>
          <a:cs typeface="+mn-cs"/>
        </a:defRPr>
      </a:lvl2pPr>
      <a:lvl3pPr marL="816011" algn="l" defTabSz="816011" rtl="0" eaLnBrk="1" latinLnBrk="0" hangingPunct="1">
        <a:defRPr sz="1606" kern="1200">
          <a:solidFill>
            <a:schemeClr val="tx1"/>
          </a:solidFill>
          <a:latin typeface="+mn-lt"/>
          <a:ea typeface="+mn-ea"/>
          <a:cs typeface="+mn-cs"/>
        </a:defRPr>
      </a:lvl3pPr>
      <a:lvl4pPr marL="1224016" algn="l" defTabSz="816011" rtl="0" eaLnBrk="1" latinLnBrk="0" hangingPunct="1">
        <a:defRPr sz="1606" kern="1200">
          <a:solidFill>
            <a:schemeClr val="tx1"/>
          </a:solidFill>
          <a:latin typeface="+mn-lt"/>
          <a:ea typeface="+mn-ea"/>
          <a:cs typeface="+mn-cs"/>
        </a:defRPr>
      </a:lvl4pPr>
      <a:lvl5pPr marL="1632021" algn="l" defTabSz="816011" rtl="0" eaLnBrk="1" latinLnBrk="0" hangingPunct="1">
        <a:defRPr sz="1606" kern="1200">
          <a:solidFill>
            <a:schemeClr val="tx1"/>
          </a:solidFill>
          <a:latin typeface="+mn-lt"/>
          <a:ea typeface="+mn-ea"/>
          <a:cs typeface="+mn-cs"/>
        </a:defRPr>
      </a:lvl5pPr>
      <a:lvl6pPr marL="2040026" algn="l" defTabSz="816011" rtl="0" eaLnBrk="1" latinLnBrk="0" hangingPunct="1">
        <a:defRPr sz="1606" kern="1200">
          <a:solidFill>
            <a:schemeClr val="tx1"/>
          </a:solidFill>
          <a:latin typeface="+mn-lt"/>
          <a:ea typeface="+mn-ea"/>
          <a:cs typeface="+mn-cs"/>
        </a:defRPr>
      </a:lvl6pPr>
      <a:lvl7pPr marL="2448032" algn="l" defTabSz="816011" rtl="0" eaLnBrk="1" latinLnBrk="0" hangingPunct="1">
        <a:defRPr sz="1606" kern="1200">
          <a:solidFill>
            <a:schemeClr val="tx1"/>
          </a:solidFill>
          <a:latin typeface="+mn-lt"/>
          <a:ea typeface="+mn-ea"/>
          <a:cs typeface="+mn-cs"/>
        </a:defRPr>
      </a:lvl7pPr>
      <a:lvl8pPr marL="2856037" algn="l" defTabSz="816011" rtl="0" eaLnBrk="1" latinLnBrk="0" hangingPunct="1">
        <a:defRPr sz="1606" kern="1200">
          <a:solidFill>
            <a:schemeClr val="tx1"/>
          </a:solidFill>
          <a:latin typeface="+mn-lt"/>
          <a:ea typeface="+mn-ea"/>
          <a:cs typeface="+mn-cs"/>
        </a:defRPr>
      </a:lvl8pPr>
      <a:lvl9pPr marL="3264042" algn="l" defTabSz="816011" rtl="0" eaLnBrk="1" latinLnBrk="0" hangingPunct="1">
        <a:defRPr sz="160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14"/>
          <p:cNvGrpSpPr/>
          <p:nvPr/>
        </p:nvGrpSpPr>
        <p:grpSpPr>
          <a:xfrm>
            <a:off x="-15972" y="-2290"/>
            <a:ext cx="9404306" cy="6093943"/>
            <a:chOff x="12700" y="238150"/>
            <a:chExt cx="7727950" cy="5007673"/>
          </a:xfrm>
        </p:grpSpPr>
        <p:grpSp>
          <p:nvGrpSpPr>
            <p:cNvPr id="10" name="Group 9"/>
            <p:cNvGrpSpPr/>
            <p:nvPr/>
          </p:nvGrpSpPr>
          <p:grpSpPr>
            <a:xfrm>
              <a:off x="12700" y="238150"/>
              <a:ext cx="7727950" cy="5007673"/>
              <a:chOff x="12700" y="238150"/>
              <a:chExt cx="7727950" cy="5007673"/>
            </a:xfrm>
          </p:grpSpPr>
          <p:pic>
            <p:nvPicPr>
              <p:cNvPr id="4" name="Picture 3"/>
              <p:cNvPicPr>
                <a:picLocks noChangeAspect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3661" b="23659"/>
              <a:stretch/>
            </p:blipFill>
            <p:spPr>
              <a:xfrm>
                <a:off x="3868925" y="251012"/>
                <a:ext cx="3871725" cy="4984376"/>
              </a:xfrm>
              <a:prstGeom prst="rect">
                <a:avLst/>
              </a:prstGeom>
            </p:spPr>
          </p:pic>
          <p:pic>
            <p:nvPicPr>
              <p:cNvPr id="5" name="Picture 4"/>
              <p:cNvPicPr>
                <a:picLocks noChangeAspect="1"/>
              </p:cNvPicPr>
              <p:nvPr/>
            </p:nvPicPr>
            <p:blipFill rotWithShape="1"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3530" b="23659"/>
              <a:stretch/>
            </p:blipFill>
            <p:spPr>
              <a:xfrm>
                <a:off x="12700" y="252482"/>
                <a:ext cx="3857625" cy="4993341"/>
              </a:xfrm>
              <a:prstGeom prst="rect">
                <a:avLst/>
              </a:prstGeom>
            </p:spPr>
          </p:pic>
          <p:sp>
            <p:nvSpPr>
              <p:cNvPr id="8" name="TextBox 7"/>
              <p:cNvSpPr txBox="1"/>
              <p:nvPr/>
            </p:nvSpPr>
            <p:spPr>
              <a:xfrm>
                <a:off x="720577" y="238150"/>
                <a:ext cx="399226" cy="58220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3985" dirty="0"/>
                  <a:t>A</a:t>
                </a:r>
                <a:endParaRPr lang="en-US" sz="3985" dirty="0"/>
              </a:p>
            </p:txBody>
          </p:sp>
          <p:sp>
            <p:nvSpPr>
              <p:cNvPr id="9" name="TextBox 8"/>
              <p:cNvSpPr txBox="1"/>
              <p:nvPr/>
            </p:nvSpPr>
            <p:spPr>
              <a:xfrm>
                <a:off x="4260486" y="238150"/>
                <a:ext cx="384298" cy="58220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3985" dirty="0"/>
                  <a:t>B</a:t>
                </a:r>
                <a:endParaRPr lang="en-US" sz="3985" dirty="0"/>
              </a:p>
            </p:txBody>
          </p:sp>
        </p:grpSp>
        <p:sp>
          <p:nvSpPr>
            <p:cNvPr id="11" name="Oval 10"/>
            <p:cNvSpPr/>
            <p:nvPr/>
          </p:nvSpPr>
          <p:spPr>
            <a:xfrm>
              <a:off x="2152924" y="650775"/>
              <a:ext cx="616017" cy="61976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242"/>
            </a:p>
          </p:txBody>
        </p:sp>
        <p:sp>
          <p:nvSpPr>
            <p:cNvPr id="12" name="Oval 11"/>
            <p:cNvSpPr/>
            <p:nvPr/>
          </p:nvSpPr>
          <p:spPr>
            <a:xfrm>
              <a:off x="2152924" y="2333592"/>
              <a:ext cx="616017" cy="61976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242"/>
            </a:p>
          </p:txBody>
        </p:sp>
        <p:sp>
          <p:nvSpPr>
            <p:cNvPr id="13" name="Oval 12"/>
            <p:cNvSpPr/>
            <p:nvPr/>
          </p:nvSpPr>
          <p:spPr>
            <a:xfrm>
              <a:off x="1120102" y="2543744"/>
              <a:ext cx="616017" cy="61976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242"/>
            </a:p>
          </p:txBody>
        </p:sp>
        <p:sp>
          <p:nvSpPr>
            <p:cNvPr id="14" name="Oval 13"/>
            <p:cNvSpPr/>
            <p:nvPr/>
          </p:nvSpPr>
          <p:spPr>
            <a:xfrm>
              <a:off x="5876297" y="1983607"/>
              <a:ext cx="616017" cy="61976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242"/>
            </a:p>
          </p:txBody>
        </p:sp>
      </p:grpSp>
    </p:spTree>
    <p:extLst>
      <p:ext uri="{BB962C8B-B14F-4D97-AF65-F5344CB8AC3E}">
        <p14:creationId xmlns:p14="http://schemas.microsoft.com/office/powerpoint/2010/main" val="32582030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9</TotalTime>
  <Words>2</Words>
  <Application>Microsoft Office PowerPoint</Application>
  <PresentationFormat>Custom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Amir</dc:creator>
  <cp:lastModifiedBy>Amir</cp:lastModifiedBy>
  <cp:revision>4</cp:revision>
  <dcterms:created xsi:type="dcterms:W3CDTF">2025-08-12T14:37:05Z</dcterms:created>
  <dcterms:modified xsi:type="dcterms:W3CDTF">2025-08-13T10:11:54Z</dcterms:modified>
</cp:coreProperties>
</file>